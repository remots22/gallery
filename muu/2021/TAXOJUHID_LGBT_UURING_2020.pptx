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9" roundtripDataSignature="AMtx7mjI985KZsBGawU+tRplokvqJHsC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134670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TAXOJUHID LGBT UURING 2020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Statistika</a:t>
            </a:r>
            <a:endParaRPr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Kokku 35 vastust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/>
              <a:t>14 erinevat vastust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/>
              <a:t>Enim hääli - 7.5, kõige vähem viis inimest 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10. KOHT - RAIMOND</a:t>
            </a:r>
            <a:endParaRPr/>
          </a:p>
        </p:txBody>
      </p:sp>
      <p:sp>
        <p:nvSpPr>
          <p:cNvPr id="67" name="Google Shape;6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1 hääl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/>
              <a:t>Põhjendus: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veic sus</a:t>
            </a:r>
            <a:endParaRPr/>
          </a:p>
        </p:txBody>
      </p:sp>
      <p:pic>
        <p:nvPicPr>
          <p:cNvPr id="68" name="Google Shape;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7363" y="545875"/>
            <a:ext cx="38576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10. KOHT - LUCA</a:t>
            </a:r>
            <a:endParaRPr/>
          </a:p>
        </p:txBody>
      </p:sp>
      <p:sp>
        <p:nvSpPr>
          <p:cNvPr id="74" name="Google Shape;74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1 hääl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/>
              <a:t>Põhjendus: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ngl sketchy veic</a:t>
            </a:r>
            <a:endParaRPr/>
          </a:p>
        </p:txBody>
      </p:sp>
      <p:pic>
        <p:nvPicPr>
          <p:cNvPr id="75" name="Google Shape;7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8811" y="-215350"/>
            <a:ext cx="307417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10. KOHT - ARULEPP</a:t>
            </a:r>
            <a:endParaRPr/>
          </a:p>
        </p:txBody>
      </p:sp>
      <p:sp>
        <p:nvSpPr>
          <p:cNvPr id="81" name="Google Shape;8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1 hääl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wolf of wallstreet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10. KOHT - HARDI</a:t>
            </a:r>
            <a:endParaRPr/>
          </a:p>
        </p:txBody>
      </p:sp>
      <p:sp>
        <p:nvSpPr>
          <p:cNvPr id="87" name="Google Shape;87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1 hääl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/>
              <a:t>Põhjendus: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Vaikse imago taha saab peituda homoseksuaal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10. MARTIN</a:t>
            </a:r>
            <a:endParaRPr/>
          </a:p>
        </p:txBody>
      </p:sp>
      <p:sp>
        <p:nvSpPr>
          <p:cNvPr id="93" name="Google Shape;93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1 hääl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/>
              <a:t>Põhjendus: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veits sus, ei üllatuks kui oleks mingi rometiga tatti pand</a:t>
            </a:r>
            <a:endParaRPr/>
          </a:p>
        </p:txBody>
      </p:sp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30825"/>
            <a:ext cx="3121600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6. KOHT - KEVIN</a:t>
            </a:r>
            <a:endParaRPr/>
          </a:p>
        </p:txBody>
      </p:sp>
      <p:sp>
        <p:nvSpPr>
          <p:cNvPr id="100" name="Google Shape;100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2 häält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/>
              <a:t>Põhjendused: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Ta ei tule kekas pesema, sest tal läheks noks kõvaks muidu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Omab roosat pusa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1" name="Google Shape;10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8150" y="445022"/>
            <a:ext cx="2318850" cy="4115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6. KOHT - OTT</a:t>
            </a:r>
            <a:endParaRPr/>
          </a:p>
        </p:txBody>
      </p:sp>
      <p:sp>
        <p:nvSpPr>
          <p:cNvPr id="107" name="Google Shape;10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2 häält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/>
              <a:t>Põhjendused: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Käib jõuksis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pedereerimine tossude üle = pedereerimine irl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6. KOHT - KUUSING</a:t>
            </a:r>
            <a:endParaRPr/>
          </a:p>
        </p:txBody>
      </p:sp>
      <p:sp>
        <p:nvSpPr>
          <p:cNvPr id="113" name="Google Shape;113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2 häält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kuusing, sest vahepeal sitaks sus noh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sünnieelne geneetika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6. KOHT - LAGUS</a:t>
            </a:r>
            <a:endParaRPr/>
          </a:p>
        </p:txBody>
      </p:sp>
      <p:sp>
        <p:nvSpPr>
          <p:cNvPr id="119" name="Google Shape;119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2 häält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ma olen näinud asju aga rääkida ei julge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oovis ottomarile pepusse panna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0" name="Google Shape;1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3759" y="-225650"/>
            <a:ext cx="314908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5. KOHT - KASPAR</a:t>
            </a:r>
            <a:endParaRPr/>
          </a:p>
        </p:txBody>
      </p:sp>
      <p:sp>
        <p:nvSpPr>
          <p:cNvPr id="126" name="Google Shape;126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3 häält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/>
              <a:t>Põhjendused:</a:t>
            </a:r>
            <a:endParaRPr/>
          </a:p>
          <a:p>
            <a:pPr indent="-295275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0212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Kapa on nii homie nagu ta tahaks olla rohkemat. Vaga harva nähakse peol tydrukut sebimas ning alati on esikohal omad poisid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Tal pole luudasid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Ei paista et luuad teda huvitaksid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1375" y="2510700"/>
            <a:ext cx="1450925" cy="298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3. KOHT - ANDREAS</a:t>
            </a:r>
            <a:endParaRPr/>
          </a:p>
        </p:txBody>
      </p:sp>
      <p:sp>
        <p:nvSpPr>
          <p:cNvPr id="133" name="Google Shape;133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4 häält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/>
              <a:t>Põhjused: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poshno sest kui ta tegeleb sellega ss ta removeb end automaatselt kahtlusaluste seast, niiet poshno confirmed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Tundub bi-curious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Andrei riimub sõnaga gei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Mitte päris gei aga probs bi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4" name="Google Shape;13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1950" y="2571750"/>
            <a:ext cx="4932051" cy="277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3. KOHT - ARMIN</a:t>
            </a:r>
            <a:endParaRPr/>
          </a:p>
        </p:txBody>
      </p:sp>
      <p:sp>
        <p:nvSpPr>
          <p:cNvPr id="140" name="Google Shape;14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4 häält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/>
              <a:t>Põhjendus: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Sest tan gei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Vana hea suspect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arminello sest ta on armin, vahepeal teeb chiba valja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Meeldib kõdistada ja maadelda poistega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" name="Google Shape;14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1156" y="288925"/>
            <a:ext cx="429898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2. KOHT - IMRE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5 häält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/>
              <a:t>Põhjendused: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Kes vihkab see armastab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Kes vihkab see armastab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Kes vihkab see armastab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Mees peidab ju sest antihomo nuh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Sai succi</a:t>
            </a:r>
            <a:endParaRPr/>
          </a:p>
        </p:txBody>
      </p:sp>
      <p:pic>
        <p:nvPicPr>
          <p:cNvPr id="148" name="Google Shape;14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6734" y="-698850"/>
            <a:ext cx="327898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311700" y="60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4100"/>
          </a:p>
          <a:p>
            <a:pPr indent="0" lvl="0" marL="4572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4100"/>
          </a:p>
          <a:p>
            <a:pPr indent="-457200" lvl="0" marL="4572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4100"/>
              <a:buAutoNum type="arabicPeriod"/>
            </a:pPr>
            <a:r>
              <a:rPr lang="en" sz="4100"/>
              <a:t>KOHT</a:t>
            </a:r>
            <a:endParaRPr sz="4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Remo </a:t>
            </a:r>
            <a:endParaRPr/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7.5 häält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/>
              <a:t>Põhjendused: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Keegi ei tea mehe kohta tegelikult mitte midagi. Ta ei räägi.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ütles seda mulle kui tal oli 0,5l viina all. nüüd väidab et seal oli kontekst ja et see joke aga ma ei mäleta seda)))))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Kardab naisi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Obv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ta ei julge öelda lis imo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füüsilised veidrad käitumisviisid, ütles imrele "ma pede vist" ning katsus ta jalga graatsiliselt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remo on alati olnud sus, aga viimase ajal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Lipitseb jalgu ja reisi ning vahel kallistab ja kägistab selja tagan</a:t>
            </a:r>
            <a:endParaRPr sz="105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9425" y="108925"/>
            <a:ext cx="1509474" cy="29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"/>
              <a:t>kevin.kongi@real.edu.ee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